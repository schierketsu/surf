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54938-05B1-413D-B62C-6A34238A96A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ADF25-5ED8-432D-B46A-B99AAA90F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1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ADF25-5ED8-432D-B46A-B99AAA90F7D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49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96DAB-65D4-405E-02A9-55FB27510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868D5-4CE8-DBFC-9EDB-F79E95091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81A1DA-0A7E-E991-FB5F-7B7599A1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A525A9-757B-5134-55FE-8254EEE9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E59E8F-DBB9-F733-7389-5D166718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56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0E106-5871-59DF-A924-A0C57302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5007BD-DB89-28C7-6E78-FD5B02D2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147E0A-C1BA-035E-E36E-E479C2CD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68DED7-6987-7FA0-C883-CBFE4810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631040-9E6C-8891-DD5F-571B20AD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97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0365E-76D7-1790-441A-3834F70A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29C801-1578-E5B1-EE93-40BB3384D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3E920-2AE7-6031-C3A5-C5EF6A61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C3546A-02F7-390A-346C-D55D0781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A6070B-F104-D3C2-A31F-3B137223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96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54E63-2280-C781-98C9-753AB77B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7D1A8C-0B67-2152-9CE6-2DC421EF1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F66DBE-A604-4C0F-1951-C79DAEBEB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C4F9D8-A473-BD0F-2C6F-CAFDE38B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E88B7C-0BA3-9FEB-442C-B7A5AADB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3D826C-6F59-5FE8-2B70-FE6198A9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7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42558-9B39-C631-2942-29E00FA2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1F3EE5-F226-003C-FD8F-285D35E0A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2A5534-89D2-0B75-9576-FD948D9F3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13AE95-0817-199F-0540-D5F878F31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805890-05FD-3B4B-2F36-19C80207D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2B75AB-3EA8-6050-F8F1-F4232D4A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74BA25-4962-6999-2C0B-62466BE7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6168AB-9B58-FF91-CF2D-79129B0C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29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881E9-A175-397C-C443-EA640419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1E1A3B-0303-8886-15A2-5CFBFAA6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6AC11F-ED11-EB2D-8825-3A336F1B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E679F-E2F5-E8C3-D050-C51DE8F1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09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DC533D5-14FA-6CA4-3F1C-6A130693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693DCC-A0C4-D85E-AC41-2521E4AC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FA763A-1BC3-A71D-5F80-0BEC8CEC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1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3FD7C-6BAE-3A0B-D7CE-C17C376A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56671C-A084-D48E-BC25-7869BCF7D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53FCA9-7F09-67C7-DCF0-0DCE06498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C42820-3CD9-0CDC-76D5-128B1D26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0F6F69-9184-FC52-81D0-EA4C7535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6DFFE6-2841-05A9-2029-19CFC5F4B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63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E2A73-AE1D-F716-9C84-10A5437B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90891C-2C0C-AA10-6BA2-DAE141208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146693-FF28-29BD-0472-30060D091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0DF397-D3A3-4E56-2086-AC7D0635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382B8C-CA85-6747-CE81-41E782BB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16ADAB-01D8-771C-0010-F207A46B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05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717AE-05D7-907E-9B13-284F5B5D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DFE9ED-1476-2C2C-D09A-EFB1EAAFA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71CC2F-CCC1-59C5-9AFA-D7C5C643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6F86B7-38B6-7160-A531-4FCF6885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8A04-F7E7-5DD7-BAE2-D467020D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8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1286D2-9635-372A-7358-135C77BB1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E147BB-CD4D-5057-3EBF-173E93B3D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3334F5-5531-7EE5-DD1E-60282363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5F0810-76BE-D7EB-B116-D2FFF4D0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CBFFD5-F583-0C3D-C131-F0C43DFA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37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18505-3DDA-94FE-6F7E-5817F776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F50E22-9AFB-558C-DCD1-619319C0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CF2402-FF5E-FDCB-77FD-E4A741E29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EC4F7-71E5-4AD7-9101-F6181C8DE3B9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596C07-AE7D-852A-D9A9-B9699D949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B8D2DB-9FDB-983D-BD43-C09C11700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94E35-DAF3-4707-AEFC-D31055F9F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46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E44B2F9-3F94-2050-B121-DD3FF8844A8E}"/>
              </a:ext>
            </a:extLst>
          </p:cNvPr>
          <p:cNvSpPr txBox="1">
            <a:spLocks/>
          </p:cNvSpPr>
          <p:nvPr/>
        </p:nvSpPr>
        <p:spPr>
          <a:xfrm>
            <a:off x="424542" y="383269"/>
            <a:ext cx="4833257" cy="11865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>
                <a:latin typeface="VTB Group UI Semi Bold" panose="020B0603050504020204" pitchFamily="34" charset="-52"/>
              </a:rPr>
              <a:t>Сёрф</a:t>
            </a:r>
          </a:p>
        </p:txBody>
      </p:sp>
    </p:spTree>
    <p:extLst>
      <p:ext uri="{BB962C8B-B14F-4D97-AF65-F5344CB8AC3E}">
        <p14:creationId xmlns:p14="http://schemas.microsoft.com/office/powerpoint/2010/main" val="2443910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F18CC-B9FC-8929-6E55-EFD8B9AEF526}"/>
              </a:ext>
            </a:extLst>
          </p:cNvPr>
          <p:cNvSpPr txBox="1">
            <a:spLocks/>
          </p:cNvSpPr>
          <p:nvPr/>
        </p:nvSpPr>
        <p:spPr>
          <a:xfrm>
            <a:off x="424542" y="383269"/>
            <a:ext cx="4833257" cy="118654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>
                <a:latin typeface="VTB Group UI Semi Bold" panose="020B0603050504020204" pitchFamily="34" charset="-52"/>
              </a:rPr>
              <a:t>Для кого и зачем</a:t>
            </a:r>
            <a:r>
              <a:rPr lang="en-US" sz="6600">
                <a:latin typeface="VTB Group UI Semi Bold" panose="020B0603050504020204" pitchFamily="34" charset="-52"/>
              </a:rPr>
              <a:t>?</a:t>
            </a:r>
            <a:endParaRPr lang="ru-RU" sz="6600">
              <a:latin typeface="VTB Group UI Semi Bold" panose="020B060305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6469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EB16-EEE3-5586-DBBD-69F4FA00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DEA36-7D2F-24BA-8D10-EBCDAE5402AB}"/>
              </a:ext>
            </a:extLst>
          </p:cNvPr>
          <p:cNvSpPr txBox="1">
            <a:spLocks/>
          </p:cNvSpPr>
          <p:nvPr/>
        </p:nvSpPr>
        <p:spPr>
          <a:xfrm>
            <a:off x="424542" y="383269"/>
            <a:ext cx="4833257" cy="11865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latin typeface="VTB Group UI Semi Bold" panose="020B0603050504020204" pitchFamily="34" charset="-52"/>
              </a:rPr>
              <a:t>Holst</a:t>
            </a:r>
            <a:endParaRPr lang="ru-RU" sz="6600">
              <a:latin typeface="VTB Group UI Semi Bold" panose="020B0603050504020204" pitchFamily="34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AEDEE2-1F1F-FF82-49F9-D8E65ED26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1632856"/>
            <a:ext cx="10600228" cy="484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9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7F59-2E50-EEF4-414A-289055D0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8A8BEA-B8AA-84A5-51E0-08969121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1632856"/>
            <a:ext cx="10600228" cy="48418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5DB15-CEDE-F484-9E55-542600837FA5}"/>
              </a:ext>
            </a:extLst>
          </p:cNvPr>
          <p:cNvSpPr txBox="1">
            <a:spLocks/>
          </p:cNvSpPr>
          <p:nvPr/>
        </p:nvSpPr>
        <p:spPr>
          <a:xfrm>
            <a:off x="424542" y="383269"/>
            <a:ext cx="4833257" cy="11865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latin typeface="VTB Group UI Semi Bold" panose="020B0603050504020204" pitchFamily="34" charset="-52"/>
              </a:rPr>
              <a:t>Miro</a:t>
            </a:r>
            <a:endParaRPr lang="ru-RU" sz="6600">
              <a:latin typeface="VTB Group UI Semi Bold" panose="020B060305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8847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7FC7-EE59-08DE-4A1C-AEC49F31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592A13-AED2-9783-8A2A-6BFFA867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88" r="94446" b="16238"/>
          <a:stretch>
            <a:fillRect/>
          </a:stretch>
        </p:blipFill>
        <p:spPr>
          <a:xfrm>
            <a:off x="10942320" y="1681253"/>
            <a:ext cx="706311" cy="40646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0A790-B80B-7360-5B0F-7C80E6916F49}"/>
              </a:ext>
            </a:extLst>
          </p:cNvPr>
          <p:cNvSpPr txBox="1">
            <a:spLocks/>
          </p:cNvSpPr>
          <p:nvPr/>
        </p:nvSpPr>
        <p:spPr>
          <a:xfrm>
            <a:off x="424542" y="383269"/>
            <a:ext cx="8892713" cy="118654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>
                <a:latin typeface="VTB Group UI Semi Bold" panose="020B0603050504020204" pitchFamily="34" charset="-52"/>
              </a:rPr>
              <a:t>Панель инструментов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9D8675-8B74-972E-3104-45B441D081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16" r="94446" b="9876"/>
          <a:stretch>
            <a:fillRect/>
          </a:stretch>
        </p:blipFill>
        <p:spPr>
          <a:xfrm>
            <a:off x="543369" y="1569813"/>
            <a:ext cx="706311" cy="47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038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</Words>
  <Application>Microsoft Office PowerPoint</Application>
  <PresentationFormat>Широкоэкранный</PresentationFormat>
  <Paragraphs>6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VTB Group UI Semi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Михаил</dc:creator>
  <cp:lastModifiedBy>Михаил</cp:lastModifiedBy>
  <cp:revision>7</cp:revision>
  <dcterms:created xsi:type="dcterms:W3CDTF">2026-10-21T11:54:24Z</dcterms:created>
  <dcterms:modified xsi:type="dcterms:W3CDTF">2026-10-21T12:13:04Z</dcterms:modified>
</cp:coreProperties>
</file>